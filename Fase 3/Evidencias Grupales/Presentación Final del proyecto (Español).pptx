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anose="020F0502020204030204" pitchFamily="2" charset="0"/>
      <p:regular r:id="rId14"/>
    </p:embeddedFont>
    <p:embeddedFont>
      <p:font typeface="DM Sans Bold" panose="020B0604020202020204" charset="0"/>
      <p:regular r:id="rId15"/>
    </p:embeddedFont>
    <p:embeddedFont>
      <p:font typeface="Object Sans Bold Italics" panose="020B0604020202020204" charset="0"/>
      <p:regular r:id="rId16"/>
    </p:embeddedFont>
    <p:embeddedFont>
      <p:font typeface="Object Sans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0.sv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svg"/><Relationship Id="rId7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Kd9vWvZGbon20PLHtsbtVS41ZpztFCzR/view?usp=sharing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53635" y="0"/>
            <a:ext cx="8434365" cy="10287000"/>
            <a:chOff x="0" y="0"/>
            <a:chExt cx="66641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419" cy="812800"/>
            </a:xfrm>
            <a:custGeom>
              <a:avLst/>
              <a:gdLst/>
              <a:ahLst/>
              <a:cxnLst/>
              <a:rect l="l" t="t" r="r" b="b"/>
              <a:pathLst>
                <a:path w="666419" h="812800">
                  <a:moveTo>
                    <a:pt x="0" y="0"/>
                  </a:moveTo>
                  <a:lnTo>
                    <a:pt x="666419" y="0"/>
                  </a:lnTo>
                  <a:lnTo>
                    <a:pt x="66641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68983" r="-5635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843083" y="0"/>
            <a:ext cx="8444917" cy="10287000"/>
            <a:chOff x="0" y="0"/>
            <a:chExt cx="2224176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24176" cy="2709333"/>
            </a:xfrm>
            <a:custGeom>
              <a:avLst/>
              <a:gdLst/>
              <a:ahLst/>
              <a:cxnLst/>
              <a:rect l="l" t="t" r="r" b="b"/>
              <a:pathLst>
                <a:path w="2224176" h="2709333">
                  <a:moveTo>
                    <a:pt x="0" y="0"/>
                  </a:moveTo>
                  <a:lnTo>
                    <a:pt x="2224176" y="0"/>
                  </a:lnTo>
                  <a:lnTo>
                    <a:pt x="222417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E0E0E">
                    <a:alpha val="100000"/>
                  </a:srgbClr>
                </a:gs>
                <a:gs pos="100000">
                  <a:srgbClr val="0E0E0E">
                    <a:alpha val="15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2417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43260" y="3437757"/>
            <a:ext cx="10545346" cy="12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84"/>
              </a:lnSpc>
            </a:pPr>
            <a:r>
              <a:rPr lang="en-US" sz="928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CARMATCH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345925" y="7967459"/>
            <a:ext cx="5015420" cy="2319541"/>
            <a:chOff x="0" y="0"/>
            <a:chExt cx="651256" cy="3011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256" cy="301194"/>
            </a:xfrm>
            <a:custGeom>
              <a:avLst/>
              <a:gdLst/>
              <a:ahLst/>
              <a:cxnLst/>
              <a:rect l="l" t="t" r="r" b="b"/>
              <a:pathLst>
                <a:path w="651256" h="301194">
                  <a:moveTo>
                    <a:pt x="203200" y="0"/>
                  </a:moveTo>
                  <a:lnTo>
                    <a:pt x="651256" y="0"/>
                  </a:lnTo>
                  <a:lnTo>
                    <a:pt x="448056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477B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48056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65907" y="0"/>
            <a:ext cx="8579979" cy="5985256"/>
            <a:chOff x="0" y="0"/>
            <a:chExt cx="431767" cy="3011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1767" cy="301194"/>
            </a:xfrm>
            <a:custGeom>
              <a:avLst/>
              <a:gdLst/>
              <a:ahLst/>
              <a:cxnLst/>
              <a:rect l="l" t="t" r="r" b="b"/>
              <a:pathLst>
                <a:path w="431767" h="301194">
                  <a:moveTo>
                    <a:pt x="203200" y="0"/>
                  </a:moveTo>
                  <a:lnTo>
                    <a:pt x="431767" y="0"/>
                  </a:lnTo>
                  <a:lnTo>
                    <a:pt x="228567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477B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228567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657476" y="4046574"/>
            <a:ext cx="11713131" cy="5437031"/>
          </a:xfrm>
          <a:custGeom>
            <a:avLst/>
            <a:gdLst/>
            <a:ahLst/>
            <a:cxnLst/>
            <a:rect l="l" t="t" r="r" b="b"/>
            <a:pathLst>
              <a:path w="11713131" h="5437031">
                <a:moveTo>
                  <a:pt x="0" y="0"/>
                </a:moveTo>
                <a:lnTo>
                  <a:pt x="11713131" y="0"/>
                </a:lnTo>
                <a:lnTo>
                  <a:pt x="11713131" y="5437031"/>
                </a:lnTo>
                <a:lnTo>
                  <a:pt x="0" y="5437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242" t="-51395" r="-23268" b="-1477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4816819" y="8657857"/>
            <a:ext cx="2442481" cy="600443"/>
          </a:xfrm>
          <a:custGeom>
            <a:avLst/>
            <a:gdLst/>
            <a:ahLst/>
            <a:cxnLst/>
            <a:rect l="l" t="t" r="r" b="b"/>
            <a:pathLst>
              <a:path w="2442481" h="600443">
                <a:moveTo>
                  <a:pt x="0" y="0"/>
                </a:moveTo>
                <a:lnTo>
                  <a:pt x="2442481" y="0"/>
                </a:lnTo>
                <a:lnTo>
                  <a:pt x="2442481" y="600443"/>
                </a:lnTo>
                <a:lnTo>
                  <a:pt x="0" y="60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028700" y="2992628"/>
            <a:ext cx="1465547" cy="1538265"/>
          </a:xfrm>
          <a:custGeom>
            <a:avLst/>
            <a:gdLst/>
            <a:ahLst/>
            <a:cxnLst/>
            <a:rect l="l" t="t" r="r" b="b"/>
            <a:pathLst>
              <a:path w="1465547" h="1538265">
                <a:moveTo>
                  <a:pt x="0" y="0"/>
                </a:moveTo>
                <a:lnTo>
                  <a:pt x="1465547" y="0"/>
                </a:lnTo>
                <a:lnTo>
                  <a:pt x="1465547" y="1538265"/>
                </a:lnTo>
                <a:lnTo>
                  <a:pt x="0" y="1538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1028700" y="6025534"/>
            <a:ext cx="2406372" cy="93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i="1">
                <a:solidFill>
                  <a:srgbClr val="FFFFFF"/>
                </a:solidFill>
                <a:latin typeface="Object Sans Italics"/>
                <a:ea typeface="Object Sans Italics"/>
                <a:cs typeface="Object Sans Italics"/>
                <a:sym typeface="Object Sans Italics"/>
              </a:rPr>
              <a:t>Mario Fica</a:t>
            </a:r>
          </a:p>
          <a:p>
            <a:pPr algn="l">
              <a:lnSpc>
                <a:spcPts val="3779"/>
              </a:lnSpc>
            </a:pPr>
            <a:r>
              <a:rPr lang="en-US" sz="2699" i="1">
                <a:solidFill>
                  <a:srgbClr val="FFFFFF"/>
                </a:solidFill>
                <a:latin typeface="Object Sans Italics"/>
                <a:ea typeface="Object Sans Italics"/>
                <a:cs typeface="Object Sans Italics"/>
                <a:sym typeface="Object Sans Italics"/>
              </a:rPr>
              <a:t>Ulises Rosales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8460640"/>
            <a:ext cx="4452117" cy="666589"/>
            <a:chOff x="0" y="0"/>
            <a:chExt cx="2011660" cy="3011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11660" cy="301194"/>
            </a:xfrm>
            <a:custGeom>
              <a:avLst/>
              <a:gdLst/>
              <a:ahLst/>
              <a:cxnLst/>
              <a:rect l="l" t="t" r="r" b="b"/>
              <a:pathLst>
                <a:path w="2011660" h="301194">
                  <a:moveTo>
                    <a:pt x="203200" y="0"/>
                  </a:moveTo>
                  <a:lnTo>
                    <a:pt x="2011660" y="0"/>
                  </a:lnTo>
                  <a:lnTo>
                    <a:pt x="1808460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1808460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978419" y="8219837"/>
            <a:ext cx="2675593" cy="481607"/>
          </a:xfrm>
          <a:custGeom>
            <a:avLst/>
            <a:gdLst/>
            <a:ahLst/>
            <a:cxnLst/>
            <a:rect l="l" t="t" r="r" b="b"/>
            <a:pathLst>
              <a:path w="2675593" h="481607">
                <a:moveTo>
                  <a:pt x="0" y="0"/>
                </a:moveTo>
                <a:lnTo>
                  <a:pt x="2675594" y="0"/>
                </a:lnTo>
                <a:lnTo>
                  <a:pt x="2675594" y="481607"/>
                </a:lnTo>
                <a:lnTo>
                  <a:pt x="0" y="4816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AutoShape 22"/>
          <p:cNvSpPr/>
          <p:nvPr/>
        </p:nvSpPr>
        <p:spPr>
          <a:xfrm>
            <a:off x="1028700" y="5711067"/>
            <a:ext cx="2226058" cy="0"/>
          </a:xfrm>
          <a:prstGeom prst="line">
            <a:avLst/>
          </a:prstGeom>
          <a:ln w="47625" cap="rnd">
            <a:solidFill>
              <a:srgbClr val="1CD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 rot="-3353601">
            <a:off x="10116159" y="1992177"/>
            <a:ext cx="6544895" cy="1178081"/>
          </a:xfrm>
          <a:custGeom>
            <a:avLst/>
            <a:gdLst/>
            <a:ahLst/>
            <a:cxnLst/>
            <a:rect l="l" t="t" r="r" b="b"/>
            <a:pathLst>
              <a:path w="6544895" h="1178081">
                <a:moveTo>
                  <a:pt x="0" y="0"/>
                </a:moveTo>
                <a:lnTo>
                  <a:pt x="6544895" y="0"/>
                </a:lnTo>
                <a:lnTo>
                  <a:pt x="6544895" y="1178081"/>
                </a:lnTo>
                <a:lnTo>
                  <a:pt x="0" y="11780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09519" y="1028700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1967117" y="-379254"/>
            <a:ext cx="10199119" cy="11965489"/>
            <a:chOff x="0" y="0"/>
            <a:chExt cx="866016" cy="101600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866016" cy="1016000"/>
            </a:xfrm>
            <a:custGeom>
              <a:avLst/>
              <a:gdLst/>
              <a:ahLst/>
              <a:cxnLst/>
              <a:rect l="l" t="t" r="r" b="b"/>
              <a:pathLst>
                <a:path w="866016" h="1016000">
                  <a:moveTo>
                    <a:pt x="866016" y="0"/>
                  </a:moveTo>
                  <a:lnTo>
                    <a:pt x="0" y="0"/>
                  </a:lnTo>
                  <a:lnTo>
                    <a:pt x="0" y="1016000"/>
                  </a:lnTo>
                  <a:lnTo>
                    <a:pt x="866016" y="1016000"/>
                  </a:lnTo>
                  <a:close/>
                </a:path>
              </a:pathLst>
            </a:custGeom>
            <a:blipFill>
              <a:blip r:embed="rId4">
                <a:alphaModFix amt="19999"/>
              </a:blip>
              <a:stretch>
                <a:fillRect l="-4168" t="-16634" b="-1663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4689675" y="9220867"/>
            <a:ext cx="2569625" cy="0"/>
          </a:xfrm>
          <a:prstGeom prst="line">
            <a:avLst/>
          </a:prstGeom>
          <a:ln w="38100" cap="flat">
            <a:solidFill>
              <a:srgbClr val="147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5461919" y="1181100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476154" y="2469423"/>
            <a:ext cx="9510064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 usuarios pierden tiempo buscando repuestos y accesorios en múltiples sitios web.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existe una plataforma centralizada que facilite la comparación.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6154" y="4850606"/>
            <a:ext cx="5369631" cy="51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i="1">
                <a:solidFill>
                  <a:srgbClr val="1CDA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Propuesta de solución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9788" y="5555866"/>
            <a:ext cx="10809478" cy="31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CarMatch recolecta datos mediante scraping automatizado.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Centraliza la información en una base de datos en la nube (PostgreSQL en GCP).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Expone resultados a través de un frontend intuitivo (Next.js) y un backend robusto (Django).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76154" y="1181100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11179266" y="4814662"/>
            <a:ext cx="5369631" cy="51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i="1">
                <a:solidFill>
                  <a:srgbClr val="1CDA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Beneficios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09145" y="5555866"/>
            <a:ext cx="6948387" cy="37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ahorro</a:t>
            </a:r>
            <a:r>
              <a:rPr lang="en-US" sz="21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1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sz="21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1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decisiones</a:t>
            </a:r>
            <a:r>
              <a:rPr lang="en-US" sz="21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informadas</a:t>
            </a:r>
            <a:r>
              <a:rPr lang="en-US" sz="21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920" y="1147182"/>
            <a:ext cx="13089419" cy="8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DESCRIPCIÓN DEL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09519" y="1028700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4321625" y="41227"/>
            <a:ext cx="7727883" cy="12084145"/>
            <a:chOff x="0" y="0"/>
            <a:chExt cx="470593" cy="73587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470593" cy="735870"/>
            </a:xfrm>
            <a:custGeom>
              <a:avLst/>
              <a:gdLst/>
              <a:ahLst/>
              <a:cxnLst/>
              <a:rect l="l" t="t" r="r" b="b"/>
              <a:pathLst>
                <a:path w="470593" h="735870">
                  <a:moveTo>
                    <a:pt x="267393" y="0"/>
                  </a:moveTo>
                  <a:lnTo>
                    <a:pt x="0" y="0"/>
                  </a:lnTo>
                  <a:lnTo>
                    <a:pt x="203200" y="735870"/>
                  </a:lnTo>
                  <a:lnTo>
                    <a:pt x="470593" y="735870"/>
                  </a:lnTo>
                  <a:lnTo>
                    <a:pt x="267393" y="0"/>
                  </a:lnTo>
                  <a:close/>
                </a:path>
              </a:pathLst>
            </a:custGeom>
            <a:blipFill>
              <a:blip r:embed="rId4">
                <a:alphaModFix amt="59000"/>
              </a:blip>
              <a:stretch>
                <a:fillRect l="-67351" t="-2719" r="-7373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795509"/>
            <a:ext cx="8651909" cy="501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Implementar flujos de scraping en N8N.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Construir base de datos en PostgreSQL (GCP).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Desarrollar backend en Django.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Implementar frontend en Django.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Validar seguridad y confiabilidad de la solución.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Gestionar el proyecto con entregables formales.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76154" y="1218040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232205" y="1133475"/>
            <a:ext cx="13089419" cy="8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OBJETIVOS ESPECÍFICOS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61930" y="730457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2"/>
                </a:lnTo>
                <a:lnTo>
                  <a:pt x="0" y="47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496342" y="1229730"/>
            <a:ext cx="13241921" cy="83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3"/>
              </a:lnSpc>
            </a:pPr>
            <a:r>
              <a:rPr lang="en-US" sz="6153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ALCANCES/LIMITACIONES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24172" y="2828578"/>
            <a:ext cx="3767516" cy="464075"/>
            <a:chOff x="0" y="0"/>
            <a:chExt cx="2445192" cy="301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5192" cy="301194"/>
            </a:xfrm>
            <a:custGeom>
              <a:avLst/>
              <a:gdLst/>
              <a:ahLst/>
              <a:cxnLst/>
              <a:rect l="l" t="t" r="r" b="b"/>
              <a:pathLst>
                <a:path w="2445192" h="301194">
                  <a:moveTo>
                    <a:pt x="203200" y="0"/>
                  </a:moveTo>
                  <a:lnTo>
                    <a:pt x="2445192" y="0"/>
                  </a:lnTo>
                  <a:lnTo>
                    <a:pt x="2241992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2241992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91841" y="2799433"/>
            <a:ext cx="2680111" cy="46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268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Alcances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383012" y="359245"/>
            <a:ext cx="7727883" cy="12084145"/>
            <a:chOff x="0" y="0"/>
            <a:chExt cx="470593" cy="735870"/>
          </a:xfrm>
        </p:grpSpPr>
        <p:sp>
          <p:nvSpPr>
            <p:cNvPr id="9" name="Freeform 9"/>
            <p:cNvSpPr/>
            <p:nvPr/>
          </p:nvSpPr>
          <p:spPr>
            <a:xfrm flipH="1">
              <a:off x="0" y="0"/>
              <a:ext cx="470593" cy="735870"/>
            </a:xfrm>
            <a:custGeom>
              <a:avLst/>
              <a:gdLst/>
              <a:ahLst/>
              <a:cxnLst/>
              <a:rect l="l" t="t" r="r" b="b"/>
              <a:pathLst>
                <a:path w="470593" h="735870">
                  <a:moveTo>
                    <a:pt x="267393" y="0"/>
                  </a:moveTo>
                  <a:lnTo>
                    <a:pt x="0" y="0"/>
                  </a:lnTo>
                  <a:lnTo>
                    <a:pt x="203200" y="735870"/>
                  </a:lnTo>
                  <a:lnTo>
                    <a:pt x="470593" y="735870"/>
                  </a:lnTo>
                  <a:lnTo>
                    <a:pt x="267393" y="0"/>
                  </a:lnTo>
                  <a:close/>
                </a:path>
              </a:pathLst>
            </a:custGeom>
            <a:blipFill>
              <a:blip r:embed="rId4">
                <a:alphaModFix amt="8999"/>
              </a:blip>
              <a:stretch>
                <a:fillRect l="-67351" t="-2719" r="-7373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9042" y="4293390"/>
            <a:ext cx="5796576" cy="161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2–3 categorías top (ej. frenos, filtros)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2–3 tiendas de las regiones de Chile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búsqueda+comparación, sin checkout.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1820" y="1209779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6352293" y="4293390"/>
            <a:ext cx="5796576" cy="225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Cambios de código HTML.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Anti - Bots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TOS ( Terms Of Service)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Sin Garantias de Instalacion o ventas.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5135" y="4293390"/>
            <a:ext cx="5796576" cy="161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Rotaciones de Usuarios Sinteticos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Validaciones</a:t>
            </a:r>
          </a:p>
          <a:p>
            <a:pPr algn="l">
              <a:lnSpc>
                <a:spcPts val="2608"/>
              </a:lnSpc>
            </a:pPr>
            <a:endParaRPr lang="en-US" sz="1862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02217" lvl="1" indent="-201108" algn="l">
              <a:lnSpc>
                <a:spcPts val="2608"/>
              </a:lnSpc>
              <a:buFont typeface="Arial"/>
              <a:buChar char="•"/>
            </a:pPr>
            <a:r>
              <a:rPr lang="en-US" sz="186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Logs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668163" y="2816649"/>
            <a:ext cx="3767516" cy="464075"/>
            <a:chOff x="0" y="0"/>
            <a:chExt cx="2445192" cy="3011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45192" cy="301194"/>
            </a:xfrm>
            <a:custGeom>
              <a:avLst/>
              <a:gdLst/>
              <a:ahLst/>
              <a:cxnLst/>
              <a:rect l="l" t="t" r="r" b="b"/>
              <a:pathLst>
                <a:path w="2445192" h="301194">
                  <a:moveTo>
                    <a:pt x="203200" y="0"/>
                  </a:moveTo>
                  <a:lnTo>
                    <a:pt x="2445192" y="0"/>
                  </a:lnTo>
                  <a:lnTo>
                    <a:pt x="2241992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241992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>
            <a:off x="1013555" y="2912134"/>
            <a:ext cx="312620" cy="257530"/>
          </a:xfrm>
          <a:custGeom>
            <a:avLst/>
            <a:gdLst/>
            <a:ahLst/>
            <a:cxnLst/>
            <a:rect l="l" t="t" r="r" b="b"/>
            <a:pathLst>
              <a:path w="312620" h="257530">
                <a:moveTo>
                  <a:pt x="0" y="0"/>
                </a:moveTo>
                <a:lnTo>
                  <a:pt x="312619" y="0"/>
                </a:lnTo>
                <a:lnTo>
                  <a:pt x="312619" y="257530"/>
                </a:lnTo>
                <a:lnTo>
                  <a:pt x="0" y="2575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872" r="-1622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7513214" y="2815510"/>
            <a:ext cx="2680111" cy="46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268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Limitaciones</a:t>
            </a:r>
          </a:p>
        </p:txBody>
      </p:sp>
      <p:sp>
        <p:nvSpPr>
          <p:cNvPr id="19" name="Freeform 19"/>
          <p:cNvSpPr/>
          <p:nvPr/>
        </p:nvSpPr>
        <p:spPr>
          <a:xfrm rot="-5400000">
            <a:off x="7063177" y="2923168"/>
            <a:ext cx="284614" cy="234459"/>
          </a:xfrm>
          <a:custGeom>
            <a:avLst/>
            <a:gdLst/>
            <a:ahLst/>
            <a:cxnLst/>
            <a:rect l="l" t="t" r="r" b="b"/>
            <a:pathLst>
              <a:path w="284614" h="234459">
                <a:moveTo>
                  <a:pt x="0" y="0"/>
                </a:moveTo>
                <a:lnTo>
                  <a:pt x="284614" y="0"/>
                </a:lnTo>
                <a:lnTo>
                  <a:pt x="284614" y="234459"/>
                </a:lnTo>
                <a:lnTo>
                  <a:pt x="0" y="2344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872" r="-16220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0" name="Group 20"/>
          <p:cNvGrpSpPr/>
          <p:nvPr/>
        </p:nvGrpSpPr>
        <p:grpSpPr>
          <a:xfrm>
            <a:off x="12542025" y="2808861"/>
            <a:ext cx="3767516" cy="464075"/>
            <a:chOff x="0" y="0"/>
            <a:chExt cx="2445192" cy="3011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45192" cy="301194"/>
            </a:xfrm>
            <a:custGeom>
              <a:avLst/>
              <a:gdLst/>
              <a:ahLst/>
              <a:cxnLst/>
              <a:rect l="l" t="t" r="r" b="b"/>
              <a:pathLst>
                <a:path w="2445192" h="301194">
                  <a:moveTo>
                    <a:pt x="203200" y="0"/>
                  </a:moveTo>
                  <a:lnTo>
                    <a:pt x="2445192" y="0"/>
                  </a:lnTo>
                  <a:lnTo>
                    <a:pt x="2241992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2241992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387076" y="2807723"/>
            <a:ext cx="2680111" cy="46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268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Mitigación </a:t>
            </a:r>
          </a:p>
        </p:txBody>
      </p:sp>
      <p:sp>
        <p:nvSpPr>
          <p:cNvPr id="24" name="Freeform 24"/>
          <p:cNvSpPr/>
          <p:nvPr/>
        </p:nvSpPr>
        <p:spPr>
          <a:xfrm rot="-5400000">
            <a:off x="12937039" y="2915380"/>
            <a:ext cx="284614" cy="234459"/>
          </a:xfrm>
          <a:custGeom>
            <a:avLst/>
            <a:gdLst/>
            <a:ahLst/>
            <a:cxnLst/>
            <a:rect l="l" t="t" r="r" b="b"/>
            <a:pathLst>
              <a:path w="284614" h="234459">
                <a:moveTo>
                  <a:pt x="0" y="0"/>
                </a:moveTo>
                <a:lnTo>
                  <a:pt x="284614" y="0"/>
                </a:lnTo>
                <a:lnTo>
                  <a:pt x="284614" y="234460"/>
                </a:lnTo>
                <a:lnTo>
                  <a:pt x="0" y="234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872" r="-16220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09519" y="1028700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229992" y="3465011"/>
            <a:ext cx="7853245" cy="8242910"/>
          </a:xfrm>
          <a:custGeom>
            <a:avLst/>
            <a:gdLst/>
            <a:ahLst/>
            <a:cxnLst/>
            <a:rect l="l" t="t" r="r" b="b"/>
            <a:pathLst>
              <a:path w="7853245" h="8242910">
                <a:moveTo>
                  <a:pt x="0" y="0"/>
                </a:moveTo>
                <a:lnTo>
                  <a:pt x="7853245" y="0"/>
                </a:lnTo>
                <a:lnTo>
                  <a:pt x="7853245" y="8242910"/>
                </a:lnTo>
                <a:lnTo>
                  <a:pt x="0" y="8242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V="1">
            <a:off x="14689675" y="9220867"/>
            <a:ext cx="2569625" cy="0"/>
          </a:xfrm>
          <a:prstGeom prst="line">
            <a:avLst/>
          </a:prstGeom>
          <a:ln w="38100" cap="flat">
            <a:solidFill>
              <a:srgbClr val="147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028700" y="1386684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058848" y="1373136"/>
            <a:ext cx="6702722" cy="82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METODOLOGIA</a:t>
            </a:r>
          </a:p>
        </p:txBody>
      </p:sp>
      <p:sp>
        <p:nvSpPr>
          <p:cNvPr id="7" name="Freeform 7"/>
          <p:cNvSpPr/>
          <p:nvPr/>
        </p:nvSpPr>
        <p:spPr>
          <a:xfrm>
            <a:off x="15461919" y="1181100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157639" y="2926848"/>
            <a:ext cx="5369631" cy="66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 i="1">
                <a:solidFill>
                  <a:srgbClr val="1CDA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SCRUM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946" y="4006666"/>
            <a:ext cx="11366370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Sprints semanales:</a:t>
            </a: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planificación, daily corta, review+retro; tablero Jira (épicas→historias→tareas).</a:t>
            </a:r>
          </a:p>
          <a:p>
            <a:pPr algn="l">
              <a:lnSpc>
                <a:spcPts val="3079"/>
              </a:lnSpc>
            </a:pPr>
            <a:endParaRPr lang="en-US" sz="24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079"/>
              </a:lnSpc>
            </a:pPr>
            <a:endParaRPr lang="en-US" sz="24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7639" y="5889241"/>
            <a:ext cx="5369631" cy="51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i="1">
                <a:solidFill>
                  <a:srgbClr val="1CDA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Product Backlog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827454"/>
            <a:ext cx="10751979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244" lvl="1" indent="-267122" algn="l">
              <a:lnSpc>
                <a:spcPts val="3464"/>
              </a:lnSpc>
              <a:buFont typeface="Arial"/>
              <a:buChar char="•"/>
            </a:pPr>
            <a:r>
              <a:rPr lang="en-US" sz="247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Artefacto para iterar nuestras tareas, epicas que no son abordables de momento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53213" y="1268361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2759234" y="-309384"/>
            <a:ext cx="7727883" cy="12084145"/>
            <a:chOff x="0" y="0"/>
            <a:chExt cx="470593" cy="73587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470593" cy="735870"/>
            </a:xfrm>
            <a:custGeom>
              <a:avLst/>
              <a:gdLst/>
              <a:ahLst/>
              <a:cxnLst/>
              <a:rect l="l" t="t" r="r" b="b"/>
              <a:pathLst>
                <a:path w="470593" h="735870">
                  <a:moveTo>
                    <a:pt x="267393" y="0"/>
                  </a:moveTo>
                  <a:lnTo>
                    <a:pt x="0" y="0"/>
                  </a:lnTo>
                  <a:lnTo>
                    <a:pt x="203200" y="735870"/>
                  </a:lnTo>
                  <a:lnTo>
                    <a:pt x="470593" y="735870"/>
                  </a:lnTo>
                  <a:lnTo>
                    <a:pt x="267393" y="0"/>
                  </a:lnTo>
                  <a:close/>
                </a:path>
              </a:pathLst>
            </a:custGeom>
            <a:blipFill>
              <a:blip r:embed="rId4">
                <a:alphaModFix amt="29000"/>
              </a:blip>
              <a:stretch>
                <a:fillRect l="-67351" t="-2719" r="-7373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>
            <a:off x="1191424" y="1218040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081713" y="3613588"/>
            <a:ext cx="16124573" cy="3688496"/>
          </a:xfrm>
          <a:custGeom>
            <a:avLst/>
            <a:gdLst/>
            <a:ahLst/>
            <a:cxnLst/>
            <a:rect l="l" t="t" r="r" b="b"/>
            <a:pathLst>
              <a:path w="16124573" h="3688496">
                <a:moveTo>
                  <a:pt x="0" y="0"/>
                </a:moveTo>
                <a:lnTo>
                  <a:pt x="16124574" y="0"/>
                </a:lnTo>
                <a:lnTo>
                  <a:pt x="16124574" y="3688496"/>
                </a:lnTo>
                <a:lnTo>
                  <a:pt x="0" y="36884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279238" y="1122369"/>
            <a:ext cx="3618531" cy="88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3"/>
              </a:lnSpc>
            </a:pPr>
            <a:r>
              <a:rPr lang="en-US" sz="6553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GANTT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2427" y="1152132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7798036" y="0"/>
            <a:ext cx="11203382" cy="10287000"/>
            <a:chOff x="0" y="0"/>
            <a:chExt cx="1106507" cy="10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6507" cy="1016000"/>
            </a:xfrm>
            <a:custGeom>
              <a:avLst/>
              <a:gdLst/>
              <a:ahLst/>
              <a:cxnLst/>
              <a:rect l="l" t="t" r="r" b="b"/>
              <a:pathLst>
                <a:path w="1106507" h="1016000">
                  <a:moveTo>
                    <a:pt x="0" y="0"/>
                  </a:moveTo>
                  <a:lnTo>
                    <a:pt x="1106507" y="0"/>
                  </a:lnTo>
                  <a:lnTo>
                    <a:pt x="1106507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 l="-30192" r="-3019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>
            <a:off x="15714700" y="549379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 flipV="1">
            <a:off x="15309519" y="9277350"/>
            <a:ext cx="2569625" cy="0"/>
          </a:xfrm>
          <a:prstGeom prst="line">
            <a:avLst/>
          </a:prstGeom>
          <a:ln w="38100" cap="flat">
            <a:solidFill>
              <a:srgbClr val="147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803935" y="2735306"/>
            <a:ext cx="16680130" cy="4816388"/>
          </a:xfrm>
          <a:custGeom>
            <a:avLst/>
            <a:gdLst/>
            <a:ahLst/>
            <a:cxnLst/>
            <a:rect l="l" t="t" r="r" b="b"/>
            <a:pathLst>
              <a:path w="16680130" h="4816388">
                <a:moveTo>
                  <a:pt x="0" y="0"/>
                </a:moveTo>
                <a:lnTo>
                  <a:pt x="16680130" y="0"/>
                </a:lnTo>
                <a:lnTo>
                  <a:pt x="16680130" y="4816388"/>
                </a:lnTo>
                <a:lnTo>
                  <a:pt x="0" y="4816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746588" y="1123950"/>
            <a:ext cx="13562931" cy="73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5433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ARQUITECTURA DE LA SOLUCIÓN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9850" y="448738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6338219" y="590306"/>
            <a:ext cx="1949781" cy="479321"/>
          </a:xfrm>
          <a:custGeom>
            <a:avLst/>
            <a:gdLst/>
            <a:ahLst/>
            <a:cxnLst/>
            <a:rect l="l" t="t" r="r" b="b"/>
            <a:pathLst>
              <a:path w="1949781" h="479321">
                <a:moveTo>
                  <a:pt x="0" y="0"/>
                </a:moveTo>
                <a:lnTo>
                  <a:pt x="1949781" y="0"/>
                </a:lnTo>
                <a:lnTo>
                  <a:pt x="1949781" y="479321"/>
                </a:lnTo>
                <a:lnTo>
                  <a:pt x="0" y="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V="1">
            <a:off x="15294531" y="9277350"/>
            <a:ext cx="2569625" cy="0"/>
          </a:xfrm>
          <a:prstGeom prst="line">
            <a:avLst/>
          </a:prstGeom>
          <a:ln w="38100" cap="flat">
            <a:solidFill>
              <a:srgbClr val="147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5861533" y="278078"/>
            <a:ext cx="11397767" cy="9730844"/>
          </a:xfrm>
          <a:custGeom>
            <a:avLst/>
            <a:gdLst/>
            <a:ahLst/>
            <a:cxnLst/>
            <a:rect l="l" t="t" r="r" b="b"/>
            <a:pathLst>
              <a:path w="11397767" h="9730844">
                <a:moveTo>
                  <a:pt x="0" y="0"/>
                </a:moveTo>
                <a:lnTo>
                  <a:pt x="11397767" y="0"/>
                </a:lnTo>
                <a:lnTo>
                  <a:pt x="11397767" y="9730844"/>
                </a:lnTo>
                <a:lnTo>
                  <a:pt x="0" y="973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028700" y="524938"/>
            <a:ext cx="10447280" cy="55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418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MODELO ENTIDAD RELACION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16819" y="8657857"/>
            <a:ext cx="2442481" cy="600443"/>
          </a:xfrm>
          <a:custGeom>
            <a:avLst/>
            <a:gdLst/>
            <a:ahLst/>
            <a:cxnLst/>
            <a:rect l="l" t="t" r="r" b="b"/>
            <a:pathLst>
              <a:path w="2442481" h="600443">
                <a:moveTo>
                  <a:pt x="0" y="0"/>
                </a:moveTo>
                <a:lnTo>
                  <a:pt x="2442481" y="0"/>
                </a:lnTo>
                <a:lnTo>
                  <a:pt x="2442481" y="600443"/>
                </a:lnTo>
                <a:lnTo>
                  <a:pt x="0" y="60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3871626" y="-1225555"/>
            <a:ext cx="8832748" cy="2785654"/>
            <a:chOff x="0" y="0"/>
            <a:chExt cx="955026" cy="301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5026" cy="301194"/>
            </a:xfrm>
            <a:custGeom>
              <a:avLst/>
              <a:gdLst/>
              <a:ahLst/>
              <a:cxnLst/>
              <a:rect l="l" t="t" r="r" b="b"/>
              <a:pathLst>
                <a:path w="955026" h="301194">
                  <a:moveTo>
                    <a:pt x="203200" y="0"/>
                  </a:moveTo>
                  <a:lnTo>
                    <a:pt x="955026" y="0"/>
                  </a:lnTo>
                  <a:lnTo>
                    <a:pt x="751826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751826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28673" y="812865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4313748" y="167272"/>
            <a:ext cx="8832748" cy="2785654"/>
            <a:chOff x="0" y="0"/>
            <a:chExt cx="955026" cy="301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5026" cy="301194"/>
            </a:xfrm>
            <a:custGeom>
              <a:avLst/>
              <a:gdLst/>
              <a:ahLst/>
              <a:cxnLst/>
              <a:rect l="l" t="t" r="r" b="b"/>
              <a:pathLst>
                <a:path w="955026" h="301194">
                  <a:moveTo>
                    <a:pt x="203200" y="0"/>
                  </a:moveTo>
                  <a:lnTo>
                    <a:pt x="955026" y="0"/>
                  </a:lnTo>
                  <a:lnTo>
                    <a:pt x="751826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40000"/>
                  </a:srgbClr>
                </a:gs>
                <a:gs pos="100000">
                  <a:srgbClr val="1CDAFF">
                    <a:alpha val="4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751826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219391" y="2656382"/>
            <a:ext cx="3974514" cy="1840929"/>
          </a:xfrm>
          <a:custGeom>
            <a:avLst/>
            <a:gdLst/>
            <a:ahLst/>
            <a:cxnLst/>
            <a:rect l="l" t="t" r="r" b="b"/>
            <a:pathLst>
              <a:path w="3974514" h="1840929">
                <a:moveTo>
                  <a:pt x="0" y="0"/>
                </a:moveTo>
                <a:lnTo>
                  <a:pt x="3974514" y="0"/>
                </a:lnTo>
                <a:lnTo>
                  <a:pt x="3974514" y="1840929"/>
                </a:lnTo>
                <a:lnTo>
                  <a:pt x="0" y="18409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9" r="-89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9563007" y="5814879"/>
            <a:ext cx="3061830" cy="3061830"/>
          </a:xfrm>
          <a:custGeom>
            <a:avLst/>
            <a:gdLst/>
            <a:ahLst/>
            <a:cxnLst/>
            <a:rect l="l" t="t" r="r" b="b"/>
            <a:pathLst>
              <a:path w="3061830" h="3061830">
                <a:moveTo>
                  <a:pt x="0" y="0"/>
                </a:moveTo>
                <a:lnTo>
                  <a:pt x="3061830" y="0"/>
                </a:lnTo>
                <a:lnTo>
                  <a:pt x="3061830" y="3061830"/>
                </a:lnTo>
                <a:lnTo>
                  <a:pt x="0" y="3061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313016" y="2419223"/>
            <a:ext cx="2713394" cy="2315247"/>
          </a:xfrm>
          <a:custGeom>
            <a:avLst/>
            <a:gdLst/>
            <a:ahLst/>
            <a:cxnLst/>
            <a:rect l="l" t="t" r="r" b="b"/>
            <a:pathLst>
              <a:path w="2713394" h="2315247">
                <a:moveTo>
                  <a:pt x="0" y="0"/>
                </a:moveTo>
                <a:lnTo>
                  <a:pt x="2713393" y="0"/>
                </a:lnTo>
                <a:lnTo>
                  <a:pt x="2713393" y="2315247"/>
                </a:lnTo>
                <a:lnTo>
                  <a:pt x="0" y="23152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598" b="-859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181219" y="5892481"/>
            <a:ext cx="2976987" cy="2906627"/>
          </a:xfrm>
          <a:custGeom>
            <a:avLst/>
            <a:gdLst/>
            <a:ahLst/>
            <a:cxnLst/>
            <a:rect l="l" t="t" r="r" b="b"/>
            <a:pathLst>
              <a:path w="2976987" h="2906627">
                <a:moveTo>
                  <a:pt x="0" y="0"/>
                </a:moveTo>
                <a:lnTo>
                  <a:pt x="2976987" y="0"/>
                </a:lnTo>
                <a:lnTo>
                  <a:pt x="2976987" y="2906627"/>
                </a:lnTo>
                <a:lnTo>
                  <a:pt x="0" y="2906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18" t="-404" r="-1318" b="-802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2766011" y="3955922"/>
            <a:ext cx="1260399" cy="1187578"/>
          </a:xfrm>
          <a:custGeom>
            <a:avLst/>
            <a:gdLst/>
            <a:ahLst/>
            <a:cxnLst/>
            <a:rect l="l" t="t" r="r" b="b"/>
            <a:pathLst>
              <a:path w="1260399" h="1187578">
                <a:moveTo>
                  <a:pt x="0" y="0"/>
                </a:moveTo>
                <a:lnTo>
                  <a:pt x="1260398" y="0"/>
                </a:lnTo>
                <a:lnTo>
                  <a:pt x="1260398" y="1187578"/>
                </a:lnTo>
                <a:lnTo>
                  <a:pt x="0" y="1187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31747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506565" y="688819"/>
            <a:ext cx="12807183" cy="951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TECNOLOGIAS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58206" y="3401501"/>
            <a:ext cx="4503550" cy="53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9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N8N (GEMINI 2.5)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58206" y="7073062"/>
            <a:ext cx="5230604" cy="62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POSTGRESQL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51540" y="3420551"/>
            <a:ext cx="2724590" cy="62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DJANGO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57507" y="6879851"/>
            <a:ext cx="3318623" cy="139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8"/>
              </a:lnSpc>
            </a:pPr>
            <a:r>
              <a:rPr lang="en-US" sz="5388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GOOGLE CLOUD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16819" y="8657857"/>
            <a:ext cx="2442481" cy="600443"/>
          </a:xfrm>
          <a:custGeom>
            <a:avLst/>
            <a:gdLst/>
            <a:ahLst/>
            <a:cxnLst/>
            <a:rect l="l" t="t" r="r" b="b"/>
            <a:pathLst>
              <a:path w="2442481" h="600443">
                <a:moveTo>
                  <a:pt x="0" y="0"/>
                </a:moveTo>
                <a:lnTo>
                  <a:pt x="2442481" y="0"/>
                </a:lnTo>
                <a:lnTo>
                  <a:pt x="2442481" y="600443"/>
                </a:lnTo>
                <a:lnTo>
                  <a:pt x="0" y="60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028700" y="8591711"/>
            <a:ext cx="4452117" cy="666589"/>
            <a:chOff x="0" y="0"/>
            <a:chExt cx="2011660" cy="301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1660" cy="301194"/>
            </a:xfrm>
            <a:custGeom>
              <a:avLst/>
              <a:gdLst/>
              <a:ahLst/>
              <a:cxnLst/>
              <a:rect l="l" t="t" r="r" b="b"/>
              <a:pathLst>
                <a:path w="2011660" h="301194">
                  <a:moveTo>
                    <a:pt x="203200" y="0"/>
                  </a:moveTo>
                  <a:lnTo>
                    <a:pt x="2011660" y="0"/>
                  </a:lnTo>
                  <a:lnTo>
                    <a:pt x="1808460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808460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91897" y="2596860"/>
            <a:ext cx="8832748" cy="2785654"/>
            <a:chOff x="0" y="0"/>
            <a:chExt cx="955026" cy="3011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5026" cy="301194"/>
            </a:xfrm>
            <a:custGeom>
              <a:avLst/>
              <a:gdLst/>
              <a:ahLst/>
              <a:cxnLst/>
              <a:rect l="l" t="t" r="r" b="b"/>
              <a:pathLst>
                <a:path w="955026" h="301194">
                  <a:moveTo>
                    <a:pt x="203200" y="0"/>
                  </a:moveTo>
                  <a:lnTo>
                    <a:pt x="955026" y="0"/>
                  </a:lnTo>
                  <a:lnTo>
                    <a:pt x="751826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751826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28673" y="340229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181219" y="618881"/>
            <a:ext cx="1735338" cy="30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sz="2163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CARMATCH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85270" y="4516050"/>
            <a:ext cx="8030532" cy="184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1" i="1" u="sng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  <a:hlinkClick r:id="rId6" tooltip="https://drive.google.com/file/d/1Kd9vWvZGbon20PLHtsbtVS41ZpztFCzR/view?usp=sharing"/>
              </a:rPr>
              <a:t>VIDEO A CONTINUACIÓN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16819" y="8657857"/>
            <a:ext cx="2442481" cy="600443"/>
          </a:xfrm>
          <a:custGeom>
            <a:avLst/>
            <a:gdLst/>
            <a:ahLst/>
            <a:cxnLst/>
            <a:rect l="l" t="t" r="r" b="b"/>
            <a:pathLst>
              <a:path w="2442481" h="600443">
                <a:moveTo>
                  <a:pt x="0" y="0"/>
                </a:moveTo>
                <a:lnTo>
                  <a:pt x="2442481" y="0"/>
                </a:lnTo>
                <a:lnTo>
                  <a:pt x="2442481" y="600443"/>
                </a:lnTo>
                <a:lnTo>
                  <a:pt x="0" y="60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403057" y="340229"/>
            <a:ext cx="4452117" cy="666589"/>
            <a:chOff x="0" y="0"/>
            <a:chExt cx="2011660" cy="301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1660" cy="301194"/>
            </a:xfrm>
            <a:custGeom>
              <a:avLst/>
              <a:gdLst/>
              <a:ahLst/>
              <a:cxnLst/>
              <a:rect l="l" t="t" r="r" b="b"/>
              <a:pathLst>
                <a:path w="2011660" h="301194">
                  <a:moveTo>
                    <a:pt x="203200" y="0"/>
                  </a:moveTo>
                  <a:lnTo>
                    <a:pt x="2011660" y="0"/>
                  </a:lnTo>
                  <a:lnTo>
                    <a:pt x="1808460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808460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52427" y="923775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777235" y="4805781"/>
            <a:ext cx="7832294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Integración de Procesos de Scrapping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iImplementación de Chat Bot Personalizado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Sistema automotriz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Administración de flujos N8N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8031" y="797348"/>
            <a:ext cx="8030532" cy="951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RESUMEN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2427" y="3650833"/>
            <a:ext cx="4833610" cy="595395"/>
            <a:chOff x="0" y="0"/>
            <a:chExt cx="2445192" cy="301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5192" cy="301194"/>
            </a:xfrm>
            <a:custGeom>
              <a:avLst/>
              <a:gdLst/>
              <a:ahLst/>
              <a:cxnLst/>
              <a:rect l="l" t="t" r="r" b="b"/>
              <a:pathLst>
                <a:path w="2445192" h="301194">
                  <a:moveTo>
                    <a:pt x="203200" y="0"/>
                  </a:moveTo>
                  <a:lnTo>
                    <a:pt x="2445192" y="0"/>
                  </a:lnTo>
                  <a:lnTo>
                    <a:pt x="2241992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2241992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65620" y="3601039"/>
            <a:ext cx="3438503" cy="60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1"/>
              </a:lnSpc>
            </a:pPr>
            <a:r>
              <a:rPr lang="en-US" sz="344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LOGRADO</a:t>
            </a:r>
          </a:p>
        </p:txBody>
      </p:sp>
      <p:sp>
        <p:nvSpPr>
          <p:cNvPr id="13" name="Freeform 13"/>
          <p:cNvSpPr/>
          <p:nvPr/>
        </p:nvSpPr>
        <p:spPr>
          <a:xfrm rot="-5400000">
            <a:off x="1276801" y="3783329"/>
            <a:ext cx="401082" cy="330403"/>
          </a:xfrm>
          <a:custGeom>
            <a:avLst/>
            <a:gdLst/>
            <a:ahLst/>
            <a:cxnLst/>
            <a:rect l="l" t="t" r="r" b="b"/>
            <a:pathLst>
              <a:path w="401082" h="330403">
                <a:moveTo>
                  <a:pt x="0" y="0"/>
                </a:moveTo>
                <a:lnTo>
                  <a:pt x="401082" y="0"/>
                </a:lnTo>
                <a:lnTo>
                  <a:pt x="401082" y="330403"/>
                </a:lnTo>
                <a:lnTo>
                  <a:pt x="0" y="330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872" r="-16220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9193013" y="3650833"/>
            <a:ext cx="4833610" cy="595395"/>
            <a:chOff x="0" y="0"/>
            <a:chExt cx="2445192" cy="3011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45192" cy="301194"/>
            </a:xfrm>
            <a:custGeom>
              <a:avLst/>
              <a:gdLst/>
              <a:ahLst/>
              <a:cxnLst/>
              <a:rect l="l" t="t" r="r" b="b"/>
              <a:pathLst>
                <a:path w="2445192" h="301194">
                  <a:moveTo>
                    <a:pt x="203200" y="0"/>
                  </a:moveTo>
                  <a:lnTo>
                    <a:pt x="2445192" y="0"/>
                  </a:lnTo>
                  <a:lnTo>
                    <a:pt x="2241992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241992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306206" y="3601039"/>
            <a:ext cx="3438503" cy="60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1"/>
              </a:lnSpc>
            </a:pPr>
            <a:r>
              <a:rPr lang="en-US" sz="3444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OBSTACULO</a:t>
            </a:r>
          </a:p>
        </p:txBody>
      </p:sp>
      <p:sp>
        <p:nvSpPr>
          <p:cNvPr id="18" name="Freeform 18"/>
          <p:cNvSpPr/>
          <p:nvPr/>
        </p:nvSpPr>
        <p:spPr>
          <a:xfrm rot="-5400000">
            <a:off x="9714767" y="3774839"/>
            <a:ext cx="401082" cy="330403"/>
          </a:xfrm>
          <a:custGeom>
            <a:avLst/>
            <a:gdLst/>
            <a:ahLst/>
            <a:cxnLst/>
            <a:rect l="l" t="t" r="r" b="b"/>
            <a:pathLst>
              <a:path w="401082" h="330403">
                <a:moveTo>
                  <a:pt x="0" y="0"/>
                </a:moveTo>
                <a:lnTo>
                  <a:pt x="401082" y="0"/>
                </a:lnTo>
                <a:lnTo>
                  <a:pt x="401082" y="330403"/>
                </a:lnTo>
                <a:lnTo>
                  <a:pt x="0" y="330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872" r="-1622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9193013" y="4805781"/>
            <a:ext cx="6436671" cy="120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Costos Cloud.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Tecnología Next.js descartado.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16819" y="8657857"/>
            <a:ext cx="2442481" cy="600443"/>
          </a:xfrm>
          <a:custGeom>
            <a:avLst/>
            <a:gdLst/>
            <a:ahLst/>
            <a:cxnLst/>
            <a:rect l="l" t="t" r="r" b="b"/>
            <a:pathLst>
              <a:path w="2442481" h="600443">
                <a:moveTo>
                  <a:pt x="0" y="0"/>
                </a:moveTo>
                <a:lnTo>
                  <a:pt x="2442481" y="0"/>
                </a:lnTo>
                <a:lnTo>
                  <a:pt x="2442481" y="600443"/>
                </a:lnTo>
                <a:lnTo>
                  <a:pt x="0" y="60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028700" y="8591711"/>
            <a:ext cx="4452117" cy="666589"/>
            <a:chOff x="0" y="0"/>
            <a:chExt cx="2011660" cy="3011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1660" cy="301194"/>
            </a:xfrm>
            <a:custGeom>
              <a:avLst/>
              <a:gdLst/>
              <a:ahLst/>
              <a:cxnLst/>
              <a:rect l="l" t="t" r="r" b="b"/>
              <a:pathLst>
                <a:path w="2011660" h="301194">
                  <a:moveTo>
                    <a:pt x="203200" y="0"/>
                  </a:moveTo>
                  <a:lnTo>
                    <a:pt x="2011660" y="0"/>
                  </a:lnTo>
                  <a:lnTo>
                    <a:pt x="1808460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808460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91897" y="2596860"/>
            <a:ext cx="8832748" cy="2785654"/>
            <a:chOff x="0" y="0"/>
            <a:chExt cx="955026" cy="3011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5026" cy="301194"/>
            </a:xfrm>
            <a:custGeom>
              <a:avLst/>
              <a:gdLst/>
              <a:ahLst/>
              <a:cxnLst/>
              <a:rect l="l" t="t" r="r" b="b"/>
              <a:pathLst>
                <a:path w="955026" h="301194">
                  <a:moveTo>
                    <a:pt x="203200" y="0"/>
                  </a:moveTo>
                  <a:lnTo>
                    <a:pt x="955026" y="0"/>
                  </a:lnTo>
                  <a:lnTo>
                    <a:pt x="751826" y="301194"/>
                  </a:lnTo>
                  <a:lnTo>
                    <a:pt x="0" y="301194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EB5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751826" cy="33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480877" y="3429617"/>
            <a:ext cx="8030532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9600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GRACIAS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28673" y="340229"/>
            <a:ext cx="552546" cy="579962"/>
          </a:xfrm>
          <a:custGeom>
            <a:avLst/>
            <a:gdLst/>
            <a:ahLst/>
            <a:cxnLst/>
            <a:rect l="l" t="t" r="r" b="b"/>
            <a:pathLst>
              <a:path w="552546" h="579962">
                <a:moveTo>
                  <a:pt x="0" y="0"/>
                </a:moveTo>
                <a:lnTo>
                  <a:pt x="552546" y="0"/>
                </a:lnTo>
                <a:lnTo>
                  <a:pt x="552546" y="579962"/>
                </a:lnTo>
                <a:lnTo>
                  <a:pt x="0" y="579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1181219" y="618881"/>
            <a:ext cx="1735338" cy="30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sz="2163" b="1" i="1">
                <a:solidFill>
                  <a:srgbClr val="FFFFFF"/>
                </a:solidFill>
                <a:latin typeface="Object Sans Bold Italics"/>
                <a:ea typeface="Object Sans Bold Italics"/>
                <a:cs typeface="Object Sans Bold Italics"/>
                <a:sym typeface="Object Sans Bold Italics"/>
              </a:rPr>
              <a:t>CARMATCH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Personalizado</PresentationFormat>
  <Paragraphs>74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DM Sans</vt:lpstr>
      <vt:lpstr>Calibri</vt:lpstr>
      <vt:lpstr>Arial</vt:lpstr>
      <vt:lpstr>DM Sans Bold</vt:lpstr>
      <vt:lpstr>Object Sans Bold Italics</vt:lpstr>
      <vt:lpstr>Object Sans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CARMATCH-2</dc:title>
  <cp:lastModifiedBy>RPA</cp:lastModifiedBy>
  <cp:revision>2</cp:revision>
  <dcterms:created xsi:type="dcterms:W3CDTF">2006-08-16T00:00:00Z</dcterms:created>
  <dcterms:modified xsi:type="dcterms:W3CDTF">2025-12-01T17:04:39Z</dcterms:modified>
  <dc:identifier>DAG2FVucn5c</dc:identifier>
</cp:coreProperties>
</file>